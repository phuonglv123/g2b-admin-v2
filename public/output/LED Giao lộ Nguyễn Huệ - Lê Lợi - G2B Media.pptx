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ExtraBold"/>
      <p:bold r:id="rId7"/>
      <p:boldItalic r:id="rId8"/>
    </p:embeddedFon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ExtraBold-bold.fntdata"/><Relationship Id="rId8" Type="http://schemas.openxmlformats.org/officeDocument/2006/relationships/font" Target="fonts/Roboto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fc31543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fc31543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jpg"/><Relationship Id="rId11" Type="http://schemas.openxmlformats.org/officeDocument/2006/relationships/image" Target="../media/image11.jpg"/><Relationship Id="rId10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3625" y="0"/>
            <a:ext cx="9144000" cy="5143500"/>
          </a:xfrm>
          <a:prstGeom prst="rect">
            <a:avLst/>
          </a:prstGeom>
          <a:solidFill>
            <a:srgbClr val="000000">
              <a:alpha val="742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82905"/>
            <a:ext cx="3840480" cy="2160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4294967295" type="body"/>
          </p:nvPr>
        </p:nvSpPr>
        <p:spPr>
          <a:xfrm>
            <a:off x="311177" y="716585"/>
            <a:ext cx="3864900" cy="322800"/>
          </a:xfrm>
          <a:prstGeom prst="rect">
            <a:avLst/>
          </a:prstGeom>
          <a:noFill/>
          <a:ln>
            <a:noFill/>
          </a:ln>
          <a:effectLst>
            <a:outerShdw blurRad="792956" rotWithShape="0" algn="bl" dir="6840000" dist="7144">
              <a:srgbClr val="000000"/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lang="en" sz="1900">
                <a:solidFill>
                  <a:srgbClr val="FFCC3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LED Giao lộ Nguyễn Huệ - Lê Lợi</a:t>
            </a:r>
            <a:endParaRPr sz="1900">
              <a:solidFill>
                <a:srgbClr val="FFCC32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63050" y="1395950"/>
            <a:ext cx="1216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</a:t>
            </a:r>
            <a:endParaRPr sz="19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Nb of unit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52587" y="1422410"/>
            <a:ext cx="1216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1.5</a:t>
            </a:r>
            <a:r>
              <a:rPr lang="en" sz="19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</a:t>
            </a:r>
            <a:endParaRPr sz="19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Estimated Daily Traffic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922225" y="1412277"/>
            <a:ext cx="94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240</a:t>
            </a:r>
            <a:endParaRPr sz="19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Spots/Day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42817" y="2422385"/>
            <a:ext cx="325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LED hiển thị tại giao lộ Nguyễn Huệ - Lê Lợi (Thương xá Tax), located ngay giao lộ giữa hai trục đường thương mại – du lịch quan trọng nhất center TP.HCM. Area concentrated lượng lớn khách du lịch, ngư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31026" y="3548826"/>
            <a:ext cx="31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224732" y="2753588"/>
            <a:ext cx="22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1598" y="2958006"/>
            <a:ext cx="197231" cy="237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1598" y="3159931"/>
            <a:ext cx="197231" cy="22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76048" y="3701063"/>
            <a:ext cx="168319" cy="205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485" y="2467271"/>
            <a:ext cx="197231" cy="20527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02048" y="2172760"/>
            <a:ext cx="29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CC32"/>
                </a:solidFill>
                <a:latin typeface="Roboto"/>
                <a:ea typeface="Roboto"/>
                <a:cs typeface="Roboto"/>
                <a:sym typeface="Roboto"/>
              </a:rPr>
              <a:t>LOCATION OVERVIEW</a:t>
            </a:r>
            <a:endParaRPr b="1" sz="1500">
              <a:solidFill>
                <a:srgbClr val="FFCC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167" y="3799028"/>
            <a:ext cx="197231" cy="20528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338167" y="3480056"/>
            <a:ext cx="284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CC32"/>
                </a:solidFill>
                <a:latin typeface="Roboto"/>
                <a:ea typeface="Roboto"/>
                <a:cs typeface="Roboto"/>
                <a:sym typeface="Roboto"/>
              </a:rPr>
              <a:t>SPECIFICATION</a:t>
            </a:r>
            <a:endParaRPr b="1" sz="2100">
              <a:solidFill>
                <a:srgbClr val="FFCC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02129" y="3787194"/>
            <a:ext cx="336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Address: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141 Nguyễn Huệ, phường Bến Nghé, quận 1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98128" y="4298160"/>
            <a:ext cx="35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 Dimension: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21.12m W x 11.52mH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158815" y="2938091"/>
            <a:ext cx="250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Video Ads: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 duration,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170125" y="3132013"/>
            <a:ext cx="232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Frequency: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240 spots TVC 15s / Led/ ngày spots/day,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07:00 - 24:00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4158829" y="3985100"/>
            <a:ext cx="26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Period: 1 month  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3866323" y="2621191"/>
            <a:ext cx="32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CC32"/>
                </a:solidFill>
                <a:latin typeface="Roboto"/>
                <a:ea typeface="Roboto"/>
                <a:cs typeface="Roboto"/>
                <a:sym typeface="Roboto"/>
              </a:rPr>
              <a:t>KEY FEATURES</a:t>
            </a:r>
            <a:endParaRPr b="1" sz="2100">
              <a:solidFill>
                <a:srgbClr val="FFCC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158811" y="3663088"/>
            <a:ext cx="30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Cost: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USD 38,000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167" y="4072122"/>
            <a:ext cx="197231" cy="20528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 txBox="1"/>
          <p:nvPr/>
        </p:nvSpPr>
        <p:spPr>
          <a:xfrm>
            <a:off x="602129" y="4071556"/>
            <a:ext cx="336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Led screens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1598" y="4279505"/>
            <a:ext cx="197231" cy="2041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/>
        </p:nvSpPr>
        <p:spPr>
          <a:xfrm>
            <a:off x="4144373" y="4246205"/>
            <a:ext cx="267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Remark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Booking minimum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week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start from Monday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Booking deadline  before 2 weeks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Local tax: 8% not included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641" y="4620818"/>
            <a:ext cx="197231" cy="237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160" y="4330468"/>
            <a:ext cx="197231" cy="237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167" y="4907053"/>
            <a:ext cx="197231" cy="20528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584042" y="4850094"/>
            <a:ext cx="336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GPS: </a:t>
            </a: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QPG2+2RG, Sài Gòn, Hồ Chí Minh, Việt Nam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0667" y="3999598"/>
            <a:ext cx="168319" cy="205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485" y="3159920"/>
            <a:ext cx="197231" cy="20527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42836" y="3126397"/>
            <a:ext cx="30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Visibility: Good and head on advertisement  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88653" y="-9800"/>
            <a:ext cx="620125" cy="719825"/>
          </a:xfrm>
          <a:prstGeom prst="flowChartOffpageConnector">
            <a:avLst/>
          </a:prstGeom>
          <a:solidFill>
            <a:srgbClr val="FFC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 title="G2b R-02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1175" y="-79468"/>
            <a:ext cx="755326" cy="755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3"/>
          <p:cNvCxnSpPr/>
          <p:nvPr/>
        </p:nvCxnSpPr>
        <p:spPr>
          <a:xfrm>
            <a:off x="382593" y="3475288"/>
            <a:ext cx="2479500" cy="0"/>
          </a:xfrm>
          <a:prstGeom prst="straightConnector1">
            <a:avLst/>
          </a:prstGeom>
          <a:noFill/>
          <a:ln cap="flat" cmpd="sng" w="9525">
            <a:solidFill>
              <a:srgbClr val="FE562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1" name="Google Shape;91;p13"/>
          <p:cNvSpPr txBox="1"/>
          <p:nvPr/>
        </p:nvSpPr>
        <p:spPr>
          <a:xfrm>
            <a:off x="535389" y="1045914"/>
            <a:ext cx="417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90913" y="4593747"/>
            <a:ext cx="351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Quantity :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17920" y="2988945"/>
            <a:ext cx="2377440" cy="133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